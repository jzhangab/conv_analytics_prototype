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Clinical Analytics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Architecture · Data Flows · Agentic AI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BCCEE"/>
                </a:solidFill>
              </a:rPr>
              <a:t>Dataiku DSS  ·  Flask Webapp  ·  LLM Mesh (Azure OpenAI)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AACC"/>
                </a:solidFill>
              </a:rPr>
              <a:t>Drug R&amp;D · Clinical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EE"/>
                </a:solidFill>
              </a:rPr>
              <a:t>An agentic AI chatbot for drug R&amp;D clinical analytics, deployed on Dataiku DSS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Natural-language interface for clinical operations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0992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Seven specialist AI agents cover the full trial planning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0253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Orchestrator drives intent classification → parameter gathering → confirmation →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95144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Results displayed in chat; optionally exported to Dataiku datasets on user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87751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 Grounded data-reasoning: ask follow-up questions across all prior results in a 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3703320"/>
            <a:ext cx="11795760" cy="34747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Seven Analytical 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416052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CRO Site Profiling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416052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Trial Benchmarking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Drug Reimbursement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4160520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Enrollment Forecasting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910328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C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Protocol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4910328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7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Country Ranking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910328"/>
            <a:ext cx="2743200" cy="594360"/>
          </a:xfrm>
          <a:prstGeom prst="roundRect">
            <a:avLst>
              <a:gd name="adj" fmla="val 5000"/>
            </a:avLst>
          </a:prstGeom>
          <a:solidFill>
            <a:srgbClr val="208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Enrollment Reforecasting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EE"/>
                </a:solidFill>
              </a:rPr>
              <a:t>Seven layers from browser to data — all running inside Dataiku DSS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64592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① 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042416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DFF"/>
                </a:solidFill>
              </a:rPr>
              <a:t>Browser → Flask Webapp (GET /, POST /chat, /upload, /confirm, /export)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73352"/>
            <a:ext cx="164592" cy="50292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② Orchestrator + FSM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09928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DFF"/>
                </a:solidFill>
              </a:rPr>
              <a:t>orchestrator.py — drives the state machine, coordinates all 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40864"/>
            <a:ext cx="164592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③ LLM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DFF"/>
                </a:solidFill>
              </a:rPr>
              <a:t>llm_client.py → Dataiku LLM Mesh → Azure OpenAI (max 16,384 tokens)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08376"/>
            <a:ext cx="164592" cy="5029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4495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   Web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44952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DFF"/>
                </a:solidFill>
              </a:rPr>
              <a:t>web_search.py — supplementary context for benchmarking &amp; reasoning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75887"/>
            <a:ext cx="164592" cy="502920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12463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④ Skill Agents (×7)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712463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DFF"/>
                </a:solidFill>
              </a:rPr>
              <a:t>router.py → agents/ — each agent owns its data source + LLM prompts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43400"/>
            <a:ext cx="164592" cy="502920"/>
          </a:xfrm>
          <a:prstGeom prst="rect">
            <a:avLst/>
          </a:prstGeom>
          <a:solidFill>
            <a:srgbClr val="C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7997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⑤ Agent 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379976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DFF"/>
                </a:solidFill>
              </a:rPr>
              <a:t>AgentResult → SkillResult stored in ConversationState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10912"/>
            <a:ext cx="164592" cy="502920"/>
          </a:xfrm>
          <a:prstGeom prst="rect">
            <a:avLst/>
          </a:prstGeom>
          <a:solidFill>
            <a:srgbClr val="7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04748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⑥ Response / 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5047488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DFF"/>
                </a:solidFill>
              </a:rPr>
              <a:t>_serialize_response() → JSON to UI; POST /export → Dataiku Dataset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678423"/>
            <a:ext cx="164592" cy="5029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14999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⑦ Configuration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714999"/>
            <a:ext cx="8321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DFF"/>
                </a:solidFill>
              </a:rPr>
              <a:t>llm_config.yaml · skills_config.yaml · shared param inheritance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Orchestrator — Finite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EE"/>
                </a:solidFill>
              </a:rPr>
              <a:t>Every user message is routed through a deterministic state machine before any LLM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11430000" cy="347472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FSM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630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8568" y="1737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4630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PARAMETER
GATHERING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737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4630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CONFIRMATION
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737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4630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SKILL
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17373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4630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C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ANALYSIS
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4688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CCFF"/>
                </a:solidFill>
              </a:rPr>
              <a:t>⟳ SKILL EXECUTION → IDLE  (after result or cancel)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880360"/>
            <a:ext cx="11430000" cy="347472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Per-Request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29184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1  Retrieve or create ConversationState for session_id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1024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2  Add user message to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950208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3  Route by current FSM state: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7939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CCFF"/>
                </a:solidFill>
              </a:rPr>
              <a:t>IDLE → classify_intent() via LLM  →  set active_skill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608576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CCFF"/>
                </a:solidFill>
              </a:rPr>
              <a:t>PARAMETER_GATHERING → extract_parameters() via LLM  →  merge into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CCFF"/>
                </a:solidFill>
              </a:rPr>
              <a:t>CONFIRMATION_PENDING → parse yes / no / edit  →  execute or retry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66944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CCFF"/>
                </a:solidFill>
              </a:rPr>
              <a:t>SKILL_EXECUTION → router.get_agent(skill_id).run(params, state)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96128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CCFF"/>
                </a:solidFill>
              </a:rPr>
              <a:t>ANALYSIS_PLANNING → confirm plan  →  _handle_reasoning() with web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25312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4  Build JSON response  →  return to Flask  →  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355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9AACC"/>
                </a:solidFill>
              </a:rPr>
              <a:t>Shared parameter inheritance: indication · age_group · phase auto-propagated across skills within a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LLM Client &amp; Dataiku LLM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EE"/>
                </a:solidFill>
              </a:rPr>
              <a:t>All model calls are routed through Dataiku's LLM abstraction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11430000" cy="34747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LLMClient (llm_client.py)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4A3A10"/>
          </a:solidFill>
          <a:ln w="1524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A838"/>
                </a:solidFill>
              </a:rPr>
              <a:t>complete()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</a:rPr>
              <a:t>messages list → text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46304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4A3A10"/>
          </a:solidFill>
          <a:ln w="1524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A838"/>
                </a:solidFill>
              </a:rPr>
              <a:t>complete_json()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</a:rPr>
              <a:t>complete() + strip fences + json.loads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4A3A10"/>
          </a:solidFill>
          <a:ln w="1524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8A838"/>
                </a:solidFill>
              </a:rPr>
              <a:t>_repair_json()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DFF"/>
                </a:solidFill>
              </a:rPr>
              <a:t>close open strings / arrays / objects (truncation recovery)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514600"/>
            <a:ext cx="11430000" cy="34747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Dataiku LLM Mesh Call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7180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3A2A00"/>
          </a:solidFill>
          <a:ln w="1524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project.get_llm(connection_id)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97180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3A2A00"/>
          </a:solidFill>
          <a:ln w="1524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llm.new_completion()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97180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3A2A00"/>
          </a:solidFill>
          <a:ln w="1524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completion.add_message() for each turn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593592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3A2A00"/>
          </a:solidFill>
          <a:ln w="1524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completion.with_max_output_tokens(16384)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593592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3A2A00"/>
          </a:solidFill>
          <a:ln w="15240">
            <a:solidFill>
              <a:srgbClr val="E8A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completion.execute()  →  resp.text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4297680"/>
            <a:ext cx="11430000" cy="34747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Prompt Templates (prompt_templates.py)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475488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INTENT_CLASSIFIER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24328" y="475488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PARAMETER_EXTRACTOR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28616" y="475488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SITE_MATCHING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32904" y="475488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TRIAL_BENCHMARKING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7192" y="475488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DRUG_REIMBURSEMENT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30352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ENROLLMENT_PARAMS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24328" y="530352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ENROLLMENT_NARRATIVE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28616" y="530352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ANALYSIS_PLAN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32904" y="530352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DATA_REASONING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5303520"/>
            <a:ext cx="2176272" cy="438912"/>
          </a:xfrm>
          <a:prstGeom prst="roundRect">
            <a:avLst>
              <a:gd name="adj" fmla="val 5000"/>
            </a:avLst>
          </a:prstGeom>
          <a:solidFill>
            <a:srgbClr val="282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8A838"/>
                </a:solidFill>
              </a:rPr>
              <a:t>GENERAL_KNOWLEDGE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355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9AACC"/>
                </a:solidFill>
              </a:rPr>
              <a:t>Web search (web_search.py) provides supplementary context to Trial Benchmarking, Drug Reimbursement, Protocol Analysis, and Data Reasoning 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Seven Skill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EE"/>
                </a:solidFill>
              </a:rPr>
              <a:t>Each agent owns its data source, LLM prompts, and output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11430000" cy="34747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Agent Registry  (router.py → agents/)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6304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CRO Site
Profiling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6304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CB371"/>
                </a:solidFill>
              </a:rPr>
              <a:t>site_list_merger_agent.py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1907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2-step Jaro-Winkler match of uploaded CRO site list vs CTMS master DB
Returns: confidence score, PI, avg enrolled, avg months diff per 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Trial
Benchmarking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146304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B68EE"/>
                </a:solidFill>
              </a:rPr>
              <a:t>trial_benchmarking_agent.py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71907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Queries Citeline DB (indication + phase + age_group) + web search
Returns: key metrics, patterns, challenges, narrative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69748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Drug
Reimbursement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97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A838"/>
                </a:solidFill>
              </a:rPr>
              <a:t>drug_reimbursement_agent.py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5351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HTA/payer landscape for user-provided countries (no defaults)
Returns: country-level likelihood, requirements, risk factors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C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Enrollment
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6974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D5C5C"/>
                </a:solidFill>
              </a:rPr>
              <a:t>enrollment_forecasting_agent.py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95351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Stage 1: LLM estimates domain params per scenario
Stage 2: deterministic logistic ramp → 3 Bokeh curves (pessimistic / moderate / optimistic)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93192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Protocol
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3192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A90D9"/>
                </a:solidFill>
              </a:rPr>
              <a:t>protocol_analysis_agent.py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18795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Reviews uploaded protocol PDF or text for study design risks
Returns: structured design review, operational risks, recommendations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7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Country
Ranking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93192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08090"/>
                </a:solidFill>
              </a:rPr>
              <a:t>country_ranking_agent.py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18795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Ranks countries by clinical trial experience for a given indication
Returns: ranked table with experience score and notes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166360"/>
            <a:ext cx="1417320" cy="1051560"/>
          </a:xfrm>
          <a:prstGeom prst="roundRect">
            <a:avLst>
              <a:gd name="adj" fmla="val 5000"/>
            </a:avLst>
          </a:prstGeom>
          <a:solidFill>
            <a:srgbClr val="208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Enrollment
Reforecasting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1663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08DA0"/>
                </a:solidFill>
              </a:rPr>
              <a:t>reforecasting_agent.py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422392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CDDFF"/>
                </a:solidFill>
              </a:rPr>
              <a:t>Updates enrollment forecast using actual site activation data
Returns: revised curves vs original, variance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9AACC"/>
                </a:solidFill>
              </a:rPr>
              <a:t>All agents extend BaseAgent (base_agent.py) and return AgentResult (success, text_response, table_data, table_columns, chart_json)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Data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EE"/>
                </a:solidFill>
              </a:rPr>
              <a:t>How data enters, is transformed, and exits 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36576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User text messages (POST /chat)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099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site_file upload — CSV/Excel CRO site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0025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protocol_file upload — PDF or text protocol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951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POST /confirm — yes / no / edit_params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8775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POST /export — result_id + dataset_name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005840"/>
            <a:ext cx="3657600" cy="347472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Internal Data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4173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ConversationState (in-memory per session)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709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  ◦  messages history (last 10 turns to LLM)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025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  ◦  collected_parameters per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9514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  ◦  uploaded_files (parsed DataFrames)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58775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  ◦  prior_results list of SkillResult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880359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CTMS_SITES.csv — sponsor site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172967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Citeline DB — trial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465575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REFORECAST dataset — actual activation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005840"/>
            <a:ext cx="3840480" cy="34747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141732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JSON response to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170992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  ◦  message (Markdown narrative)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00253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  ◦  table_data + table_columns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29514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  ◦  chart_json (Bokeh, forecasting)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587751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  ◦  result_id + fsm_state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88035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Dataiku Dataset (on explicit /export)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17296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•  Confirmation dialog prompt to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4297680"/>
            <a:ext cx="11430000" cy="347472"/>
          </a:xfrm>
          <a:prstGeom prst="rect">
            <a:avLst/>
          </a:prstGeom>
          <a:solidFill>
            <a:srgbClr val="C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 Transformation Pipeline (per skill)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75488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Raw Input
(file / text)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498348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76856" y="475488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Parameter
Extraction (LLM)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2504" y="498348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33672" y="475488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Agent Logic
+ Data Query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98348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75488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LLM Synthesis
+ Narrative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6136" y="498348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47304" y="475488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C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AgentResult
→ SkillResult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02952" y="4983480"/>
            <a:ext cx="18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04120" y="4754880"/>
            <a:ext cx="1737360" cy="777240"/>
          </a:xfrm>
          <a:prstGeom prst="roundRect">
            <a:avLst>
              <a:gd name="adj" fmla="val 5000"/>
            </a:avLst>
          </a:prstGeom>
          <a:solidFill>
            <a:srgbClr val="70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JSON Response
→ Browser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669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99AACC"/>
                </a:solidFill>
              </a:rPr>
              <a:t>File uploads parsed to DataFrames in memory; results persist in session for follow-up reasoning; Dataiku dataset export only on explicit user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Agentic AI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EE"/>
                </a:solidFill>
              </a:rPr>
              <a:t>How the system orchestrates multiple LLM calls to complete a user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11430000" cy="347472"/>
          </a:xfrm>
          <a:prstGeom prst="rect">
            <a:avLst/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Standard Skill Execution (e.g. Enrollment Forecasting)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63040"/>
            <a:ext cx="640080" cy="384048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90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Types: "Forecast enrollment for NSCLC adults Phase 3"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938528"/>
            <a:ext cx="640080" cy="384048"/>
          </a:xfrm>
          <a:prstGeom prst="roundRect">
            <a:avLst>
              <a:gd name="adj" fmla="val 5000"/>
            </a:avLst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classify_intent() → skill_id = 'enrollment_forecasting'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414016"/>
            <a:ext cx="640080" cy="384048"/>
          </a:xfrm>
          <a:prstGeom prst="roundRect">
            <a:avLst>
              <a:gd name="adj" fmla="val 5000"/>
            </a:avLst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414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extract_parameters() → {indication, age_group, phase, n_sites, …}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889504"/>
            <a:ext cx="640080" cy="384048"/>
          </a:xfrm>
          <a:prstGeom prst="roundRect">
            <a:avLst>
              <a:gd name="adj" fmla="val 5000"/>
            </a:avLst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Orch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1693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build_confirmation_prompt() → show parameter summary to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364992"/>
            <a:ext cx="640080" cy="384048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39242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Confirms → POST /confirm {confirmed: true}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840480"/>
            <a:ext cx="640080" cy="384048"/>
          </a:xfrm>
          <a:prstGeom prst="roundRect">
            <a:avLst>
              <a:gd name="adj" fmla="val 5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6791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EnrollmentForecastingAgent.run() — Stage 1: LLM estimates domain params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315968"/>
            <a:ext cx="640080" cy="384048"/>
          </a:xfrm>
          <a:prstGeom prst="roundRect">
            <a:avLst>
              <a:gd name="adj" fmla="val 5000"/>
            </a:avLst>
          </a:prstGeom>
          <a:solidFill>
            <a:srgbClr val="3CB3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Stage 2: deterministic logistic math → 3 scenario curves (pessimistic/moderate/optimistic)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791456"/>
            <a:ext cx="640080" cy="384048"/>
          </a:xfrm>
          <a:prstGeom prst="roundRect">
            <a:avLst>
              <a:gd name="adj" fmla="val 5000"/>
            </a:avLst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188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ENROLLMENT_NARRATIVE prompt → narrative text with peak sites, months-to-target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266944"/>
            <a:ext cx="640080" cy="384048"/>
          </a:xfrm>
          <a:prstGeom prst="roundRect">
            <a:avLst>
              <a:gd name="adj" fmla="val 5000"/>
            </a:avLst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29437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Bokeh chart + narrative returned as JSON → rendered in browser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5870448"/>
            <a:ext cx="11430000" cy="347472"/>
          </a:xfrm>
          <a:prstGeom prst="rect">
            <a:avLst/>
          </a:prstGeom>
          <a:solidFill>
            <a:srgbClr val="CD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 Reasoning Workflow (follow-up question on prior results)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2910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Prior SkillResults in session  →  _generate_plan() via LLM  →  User confirms / revises plan  →  _handle_reasoning() with DATA_REASONING prompt + web search  →  grounded analytical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File Upload &amp; Confirmation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EE"/>
                </a:solidFill>
              </a:rPr>
              <a:t>Two dedicated upload types; every skill execution requires explicit user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54864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File Upload Flow  (POST /upload)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1  Browser sends multipart/form-data with file_key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928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2  file_key = 'site_file'  →  parse_uploaded_file()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6829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CCFF"/>
                </a:solidFill>
              </a:rPr>
              <a:t>Returns: filename, rows, columns (DataFrame in memory)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4378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3  file_key = 'protocol_file'  →  parse_protocol_file()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92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CCFF"/>
                </a:solidFill>
              </a:rPr>
              <a:t>Returns: filename, full_text / pages (PDF or text)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94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4  ConversationState.uploaded_files[file_key] = file_info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702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5  FSM transitions to PARAMETER_GATHERING for the relevant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457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6  Assistant replies: 'File uploaded: X rows, columns: …'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005840"/>
            <a:ext cx="5943600" cy="347472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Confirmation Flow  (POST /confirm)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4173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1  Orchestrator builds human-readable parameter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89280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2  FSM state = CONFIRMATION_PENDING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68296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3  Browser shows confirm dialog with param snapshot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843784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4a  confirmed=true  →  _execute_skill(state)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31927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4b  confirmed=false  →  cancel, reset to IDLE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7947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4c  edit_params={…}  →  merge new params, re-check completeness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7024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5  Agent.run(params, state)  →  AgentResult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745736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6  SkillResult stored; FSM → IDLE; JSON response to UI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5394960"/>
            <a:ext cx="11430000" cy="34747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806440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DFF"/>
                </a:solidFill>
              </a:rPr>
              <a:t>•  File upload — CSV/Excel only, parsed to in-memory DataFrame (no Dataiku dataset reference)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007607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DFF"/>
                </a:solidFill>
              </a:rPr>
              <a:t>•  Countries for Drug Reimbursement — always user-provided; no default country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20877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DFF"/>
                </a:solidFill>
              </a:rPr>
              <a:t>•  Enrollment forecasting — always produces three curves: pessimistic, moderate, optimistic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09944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DFF"/>
                </a:solidFill>
              </a:rPr>
              <a:t>•  Result persistence — written to Dataiku dataset ONLY on explicit POST /export; displayed in chat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611112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DFF"/>
                </a:solidFill>
              </a:rPr>
              <a:t>•  Access control — none; session isolation via UUID session_id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Deployment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CCEE"/>
                </a:solidFill>
              </a:rPr>
              <a:t>Runs as a Dataiku DSS Code Webapp (Flask backend)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5486400" cy="3474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Dataiku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Backend type: Flask  (webapp.py entry point)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Lazy initialization — deferred until first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0253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◦  Avoids import-time failures surfacing as silent 500s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951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SessionStore: in-memory dict, 30-minute TTL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8775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Frontend: Jinja2 templates + static JS/CSS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88035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Secret key via FLASK_SECRET_KEY env 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172967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Health check: GET /healthz → {status: ok}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005840"/>
            <a:ext cx="5943600" cy="34747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Configuration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41732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llm_config.yaml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70992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◦  connection_id: YOUR_LLM_CONNECTION_ID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02536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◦  max_tokens: 16384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95144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◦  context_window_turns: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587751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◦  temperatures: agents / extraction / narrative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880359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 skills_config.yaml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172967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◦  7 skill schemas with required / optional params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465575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◦  param types: string, list, int,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58183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  ◦  choices lists for controlled vocabularies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480560"/>
            <a:ext cx="11430000" cy="347472"/>
          </a:xfrm>
          <a:prstGeom prst="rect">
            <a:avLst/>
          </a:prstGeom>
          <a:solidFill>
            <a:srgbClr val="55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File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8920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CCFF"/>
                </a:solidFill>
              </a:rPr>
              <a:t>webapp.py  ·  config/llm_config.yaml  ·  config/skills_config.yaml  ·  backend/orchestrator/{orchestrator, router, intent_classifier, parameter_extractor, confirmation_manager}.py  ·  backend/agents/{base_agent, site_list_merger, trial_benchmarking, drug_reimbursement, enrollment_forecasting, protocol_analysis, country_ranking, reforecasting}_agent.py  ·  backend/llm/{llm_client, prompt_templates, response_parser, web_search}.py  ·  backend/state/{conversation_state, session_store, parameter_schema}.py  ·  frontend/templates/index.html  ·  frontend/static/{css,js}/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